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3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49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232E9C-0BDB-4D2E-9143-EF36E718DD5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79E4FD-0BC5-4FCD-A156-A74B91AD42AE}">
      <dgm:prSet/>
      <dgm:spPr/>
      <dgm:t>
        <a:bodyPr/>
        <a:lstStyle/>
        <a:p>
          <a:r>
            <a:rPr lang="en-US" dirty="0" err="1">
              <a:latin typeface="Arial Rounded MT Bold)"/>
            </a:rPr>
            <a:t>Főoldal</a:t>
          </a:r>
          <a:endParaRPr lang="en-US" dirty="0">
            <a:latin typeface="Arial Rounded MT Bold)"/>
          </a:endParaRPr>
        </a:p>
      </dgm:t>
    </dgm:pt>
    <dgm:pt modelId="{B457E2A0-73FB-4B39-A5A3-031E4371E615}" type="parTrans" cxnId="{3DD8E370-8D66-4A74-9D74-1C0A874B2A16}">
      <dgm:prSet/>
      <dgm:spPr/>
      <dgm:t>
        <a:bodyPr/>
        <a:lstStyle/>
        <a:p>
          <a:endParaRPr lang="en-US"/>
        </a:p>
      </dgm:t>
    </dgm:pt>
    <dgm:pt modelId="{E8AE4ADD-449D-411D-AFF7-C79C46F30DE7}" type="sibTrans" cxnId="{3DD8E370-8D66-4A74-9D74-1C0A874B2A16}">
      <dgm:prSet/>
      <dgm:spPr/>
      <dgm:t>
        <a:bodyPr/>
        <a:lstStyle/>
        <a:p>
          <a:endParaRPr lang="en-US"/>
        </a:p>
      </dgm:t>
    </dgm:pt>
    <dgm:pt modelId="{91440170-8452-4957-A54A-73641BA19908}">
      <dgm:prSet/>
      <dgm:spPr/>
      <dgm:t>
        <a:bodyPr/>
        <a:lstStyle/>
        <a:p>
          <a:r>
            <a:rPr lang="en-US">
              <a:latin typeface="Arial Rounded MT Bold)"/>
            </a:rPr>
            <a:t>Menü listázása (pizzák, árak, képek)</a:t>
          </a:r>
        </a:p>
      </dgm:t>
    </dgm:pt>
    <dgm:pt modelId="{DC9B4F8A-A999-4B45-BF0D-8BB7F69FE833}" type="parTrans" cxnId="{C3ACFE7C-865C-4CFC-8493-BB7B936AD3D8}">
      <dgm:prSet/>
      <dgm:spPr/>
      <dgm:t>
        <a:bodyPr/>
        <a:lstStyle/>
        <a:p>
          <a:endParaRPr lang="en-US"/>
        </a:p>
      </dgm:t>
    </dgm:pt>
    <dgm:pt modelId="{D8BD6AFB-612E-407C-8167-5CF208888D95}" type="sibTrans" cxnId="{C3ACFE7C-865C-4CFC-8493-BB7B936AD3D8}">
      <dgm:prSet/>
      <dgm:spPr/>
      <dgm:t>
        <a:bodyPr/>
        <a:lstStyle/>
        <a:p>
          <a:endParaRPr lang="en-US"/>
        </a:p>
      </dgm:t>
    </dgm:pt>
    <dgm:pt modelId="{AF9481F1-159A-435E-BC5B-9E0F6A3CC67F}">
      <dgm:prSet/>
      <dgm:spPr/>
      <dgm:t>
        <a:bodyPr/>
        <a:lstStyle/>
        <a:p>
          <a:r>
            <a:rPr lang="en-US">
              <a:latin typeface="Arial Rounded MT Bold)"/>
            </a:rPr>
            <a:t>Kosár működése</a:t>
          </a:r>
        </a:p>
      </dgm:t>
    </dgm:pt>
    <dgm:pt modelId="{27CEF36B-29B2-4A39-9A19-B04867A93669}" type="parTrans" cxnId="{5FEA10D6-4ADE-4817-9C67-2A35612F5CC3}">
      <dgm:prSet/>
      <dgm:spPr/>
      <dgm:t>
        <a:bodyPr/>
        <a:lstStyle/>
        <a:p>
          <a:endParaRPr lang="en-US"/>
        </a:p>
      </dgm:t>
    </dgm:pt>
    <dgm:pt modelId="{902920F8-082B-478C-B5EE-BE92E58B39D0}" type="sibTrans" cxnId="{5FEA10D6-4ADE-4817-9C67-2A35612F5CC3}">
      <dgm:prSet/>
      <dgm:spPr/>
      <dgm:t>
        <a:bodyPr/>
        <a:lstStyle/>
        <a:p>
          <a:endParaRPr lang="en-US"/>
        </a:p>
      </dgm:t>
    </dgm:pt>
    <dgm:pt modelId="{2493F930-2A12-4796-BE8A-296BF4DCA178}">
      <dgm:prSet/>
      <dgm:spPr/>
      <dgm:t>
        <a:bodyPr/>
        <a:lstStyle/>
        <a:p>
          <a:r>
            <a:rPr lang="en-US">
              <a:latin typeface="Arial Rounded MT Bold)"/>
            </a:rPr>
            <a:t>Rendelés leadása</a:t>
          </a:r>
        </a:p>
      </dgm:t>
    </dgm:pt>
    <dgm:pt modelId="{AD88EB91-5A6C-4252-B6FE-AD0F5DB7A635}" type="parTrans" cxnId="{93228C53-26D9-4116-8BA1-EBFDB5642400}">
      <dgm:prSet/>
      <dgm:spPr/>
      <dgm:t>
        <a:bodyPr/>
        <a:lstStyle/>
        <a:p>
          <a:endParaRPr lang="en-US"/>
        </a:p>
      </dgm:t>
    </dgm:pt>
    <dgm:pt modelId="{C93A0F91-EBC7-4361-97E6-4C47021BAFC5}" type="sibTrans" cxnId="{93228C53-26D9-4116-8BA1-EBFDB5642400}">
      <dgm:prSet/>
      <dgm:spPr/>
      <dgm:t>
        <a:bodyPr/>
        <a:lstStyle/>
        <a:p>
          <a:endParaRPr lang="en-US"/>
        </a:p>
      </dgm:t>
    </dgm:pt>
    <dgm:pt modelId="{85A3BEE7-84AB-4274-8506-BB22CF275C0E}">
      <dgm:prSet/>
      <dgm:spPr/>
      <dgm:t>
        <a:bodyPr/>
        <a:lstStyle/>
        <a:p>
          <a:r>
            <a:rPr lang="en-US">
              <a:latin typeface="Arial Rounded MT Bold)"/>
            </a:rPr>
            <a:t>Visszaigazolás</a:t>
          </a:r>
        </a:p>
      </dgm:t>
    </dgm:pt>
    <dgm:pt modelId="{395A56EE-262F-42EB-8526-204C040340A7}" type="parTrans" cxnId="{BAC7A78B-20C5-42D6-98F8-9BF2B8ED1EE3}">
      <dgm:prSet/>
      <dgm:spPr/>
      <dgm:t>
        <a:bodyPr/>
        <a:lstStyle/>
        <a:p>
          <a:endParaRPr lang="en-US"/>
        </a:p>
      </dgm:t>
    </dgm:pt>
    <dgm:pt modelId="{29AB8B6F-2201-429C-B0B2-D90DC0469063}" type="sibTrans" cxnId="{BAC7A78B-20C5-42D6-98F8-9BF2B8ED1EE3}">
      <dgm:prSet/>
      <dgm:spPr/>
      <dgm:t>
        <a:bodyPr/>
        <a:lstStyle/>
        <a:p>
          <a:endParaRPr lang="en-US"/>
        </a:p>
      </dgm:t>
    </dgm:pt>
    <dgm:pt modelId="{E9DF624A-E2AE-4669-8D4F-5EF5BEA31A7D}" type="pres">
      <dgm:prSet presAssocID="{1D232E9C-0BDB-4D2E-9143-EF36E718DD57}" presName="diagram" presStyleCnt="0">
        <dgm:presLayoutVars>
          <dgm:dir/>
          <dgm:resizeHandles val="exact"/>
        </dgm:presLayoutVars>
      </dgm:prSet>
      <dgm:spPr/>
    </dgm:pt>
    <dgm:pt modelId="{56C03E5C-B838-4F6D-A7E2-E903FF9E6473}" type="pres">
      <dgm:prSet presAssocID="{A879E4FD-0BC5-4FCD-A156-A74B91AD42AE}" presName="node" presStyleLbl="node1" presStyleIdx="0" presStyleCnt="5">
        <dgm:presLayoutVars>
          <dgm:bulletEnabled val="1"/>
        </dgm:presLayoutVars>
      </dgm:prSet>
      <dgm:spPr/>
    </dgm:pt>
    <dgm:pt modelId="{EFFC4BA9-9256-4CB5-87C6-FF0B266B6183}" type="pres">
      <dgm:prSet presAssocID="{E8AE4ADD-449D-411D-AFF7-C79C46F30DE7}" presName="sibTrans" presStyleCnt="0"/>
      <dgm:spPr/>
    </dgm:pt>
    <dgm:pt modelId="{CFACF880-D402-4C86-AC55-C6073132F917}" type="pres">
      <dgm:prSet presAssocID="{91440170-8452-4957-A54A-73641BA19908}" presName="node" presStyleLbl="node1" presStyleIdx="1" presStyleCnt="5">
        <dgm:presLayoutVars>
          <dgm:bulletEnabled val="1"/>
        </dgm:presLayoutVars>
      </dgm:prSet>
      <dgm:spPr/>
    </dgm:pt>
    <dgm:pt modelId="{6C1EF45E-A833-4E96-B5D8-362F4A9AF6DE}" type="pres">
      <dgm:prSet presAssocID="{D8BD6AFB-612E-407C-8167-5CF208888D95}" presName="sibTrans" presStyleCnt="0"/>
      <dgm:spPr/>
    </dgm:pt>
    <dgm:pt modelId="{C908553E-F613-4829-B421-04649B039866}" type="pres">
      <dgm:prSet presAssocID="{AF9481F1-159A-435E-BC5B-9E0F6A3CC67F}" presName="node" presStyleLbl="node1" presStyleIdx="2" presStyleCnt="5">
        <dgm:presLayoutVars>
          <dgm:bulletEnabled val="1"/>
        </dgm:presLayoutVars>
      </dgm:prSet>
      <dgm:spPr/>
    </dgm:pt>
    <dgm:pt modelId="{0E05272E-8B37-47E4-8416-63FC8ADD58C4}" type="pres">
      <dgm:prSet presAssocID="{902920F8-082B-478C-B5EE-BE92E58B39D0}" presName="sibTrans" presStyleCnt="0"/>
      <dgm:spPr/>
    </dgm:pt>
    <dgm:pt modelId="{42A114D5-5689-499A-9CC7-CB861F251C86}" type="pres">
      <dgm:prSet presAssocID="{2493F930-2A12-4796-BE8A-296BF4DCA178}" presName="node" presStyleLbl="node1" presStyleIdx="3" presStyleCnt="5">
        <dgm:presLayoutVars>
          <dgm:bulletEnabled val="1"/>
        </dgm:presLayoutVars>
      </dgm:prSet>
      <dgm:spPr/>
    </dgm:pt>
    <dgm:pt modelId="{6A97C32B-C6C1-466B-816A-EB7FCFA48B56}" type="pres">
      <dgm:prSet presAssocID="{C93A0F91-EBC7-4361-97E6-4C47021BAFC5}" presName="sibTrans" presStyleCnt="0"/>
      <dgm:spPr/>
    </dgm:pt>
    <dgm:pt modelId="{69235587-3634-40F0-97B5-FBD04201EF93}" type="pres">
      <dgm:prSet presAssocID="{85A3BEE7-84AB-4274-8506-BB22CF275C0E}" presName="node" presStyleLbl="node1" presStyleIdx="4" presStyleCnt="5">
        <dgm:presLayoutVars>
          <dgm:bulletEnabled val="1"/>
        </dgm:presLayoutVars>
      </dgm:prSet>
      <dgm:spPr/>
    </dgm:pt>
  </dgm:ptLst>
  <dgm:cxnLst>
    <dgm:cxn modelId="{5C27FD17-72AE-44C5-9574-14C768E8B346}" type="presOf" srcId="{1D232E9C-0BDB-4D2E-9143-EF36E718DD57}" destId="{E9DF624A-E2AE-4669-8D4F-5EF5BEA31A7D}" srcOrd="0" destOrd="0" presId="urn:microsoft.com/office/officeart/2005/8/layout/default"/>
    <dgm:cxn modelId="{3DD8E370-8D66-4A74-9D74-1C0A874B2A16}" srcId="{1D232E9C-0BDB-4D2E-9143-EF36E718DD57}" destId="{A879E4FD-0BC5-4FCD-A156-A74B91AD42AE}" srcOrd="0" destOrd="0" parTransId="{B457E2A0-73FB-4B39-A5A3-031E4371E615}" sibTransId="{E8AE4ADD-449D-411D-AFF7-C79C46F30DE7}"/>
    <dgm:cxn modelId="{FCDBDA71-F1A7-4A77-B50F-201B39C22941}" type="presOf" srcId="{2493F930-2A12-4796-BE8A-296BF4DCA178}" destId="{42A114D5-5689-499A-9CC7-CB861F251C86}" srcOrd="0" destOrd="0" presId="urn:microsoft.com/office/officeart/2005/8/layout/default"/>
    <dgm:cxn modelId="{93228C53-26D9-4116-8BA1-EBFDB5642400}" srcId="{1D232E9C-0BDB-4D2E-9143-EF36E718DD57}" destId="{2493F930-2A12-4796-BE8A-296BF4DCA178}" srcOrd="3" destOrd="0" parTransId="{AD88EB91-5A6C-4252-B6FE-AD0F5DB7A635}" sibTransId="{C93A0F91-EBC7-4361-97E6-4C47021BAFC5}"/>
    <dgm:cxn modelId="{C3ACFE7C-865C-4CFC-8493-BB7B936AD3D8}" srcId="{1D232E9C-0BDB-4D2E-9143-EF36E718DD57}" destId="{91440170-8452-4957-A54A-73641BA19908}" srcOrd="1" destOrd="0" parTransId="{DC9B4F8A-A999-4B45-BF0D-8BB7F69FE833}" sibTransId="{D8BD6AFB-612E-407C-8167-5CF208888D95}"/>
    <dgm:cxn modelId="{BAC7A78B-20C5-42D6-98F8-9BF2B8ED1EE3}" srcId="{1D232E9C-0BDB-4D2E-9143-EF36E718DD57}" destId="{85A3BEE7-84AB-4274-8506-BB22CF275C0E}" srcOrd="4" destOrd="0" parTransId="{395A56EE-262F-42EB-8526-204C040340A7}" sibTransId="{29AB8B6F-2201-429C-B0B2-D90DC0469063}"/>
    <dgm:cxn modelId="{83EB1CAB-E2E4-4013-A441-8F61EDDE87D6}" type="presOf" srcId="{A879E4FD-0BC5-4FCD-A156-A74B91AD42AE}" destId="{56C03E5C-B838-4F6D-A7E2-E903FF9E6473}" srcOrd="0" destOrd="0" presId="urn:microsoft.com/office/officeart/2005/8/layout/default"/>
    <dgm:cxn modelId="{19DBA0B0-CCE5-43A7-9587-0C7B1B6920F5}" type="presOf" srcId="{85A3BEE7-84AB-4274-8506-BB22CF275C0E}" destId="{69235587-3634-40F0-97B5-FBD04201EF93}" srcOrd="0" destOrd="0" presId="urn:microsoft.com/office/officeart/2005/8/layout/default"/>
    <dgm:cxn modelId="{538C4CB2-C865-4185-BC7A-ED35C080D5D9}" type="presOf" srcId="{91440170-8452-4957-A54A-73641BA19908}" destId="{CFACF880-D402-4C86-AC55-C6073132F917}" srcOrd="0" destOrd="0" presId="urn:microsoft.com/office/officeart/2005/8/layout/default"/>
    <dgm:cxn modelId="{5FEA10D6-4ADE-4817-9C67-2A35612F5CC3}" srcId="{1D232E9C-0BDB-4D2E-9143-EF36E718DD57}" destId="{AF9481F1-159A-435E-BC5B-9E0F6A3CC67F}" srcOrd="2" destOrd="0" parTransId="{27CEF36B-29B2-4A39-9A19-B04867A93669}" sibTransId="{902920F8-082B-478C-B5EE-BE92E58B39D0}"/>
    <dgm:cxn modelId="{9CAE41E0-FBF2-4423-809F-8D58FEDB9DFD}" type="presOf" srcId="{AF9481F1-159A-435E-BC5B-9E0F6A3CC67F}" destId="{C908553E-F613-4829-B421-04649B039866}" srcOrd="0" destOrd="0" presId="urn:microsoft.com/office/officeart/2005/8/layout/default"/>
    <dgm:cxn modelId="{AF4C1C18-BEEF-485B-A0E8-9DC03343D937}" type="presParOf" srcId="{E9DF624A-E2AE-4669-8D4F-5EF5BEA31A7D}" destId="{56C03E5C-B838-4F6D-A7E2-E903FF9E6473}" srcOrd="0" destOrd="0" presId="urn:microsoft.com/office/officeart/2005/8/layout/default"/>
    <dgm:cxn modelId="{3D0AEB2C-9683-4B31-A474-508388E74131}" type="presParOf" srcId="{E9DF624A-E2AE-4669-8D4F-5EF5BEA31A7D}" destId="{EFFC4BA9-9256-4CB5-87C6-FF0B266B6183}" srcOrd="1" destOrd="0" presId="urn:microsoft.com/office/officeart/2005/8/layout/default"/>
    <dgm:cxn modelId="{AADD78E3-CDF7-451C-BB8B-74DBA7E099EF}" type="presParOf" srcId="{E9DF624A-E2AE-4669-8D4F-5EF5BEA31A7D}" destId="{CFACF880-D402-4C86-AC55-C6073132F917}" srcOrd="2" destOrd="0" presId="urn:microsoft.com/office/officeart/2005/8/layout/default"/>
    <dgm:cxn modelId="{4A25DF5B-51EE-4237-A66A-249DD14454A9}" type="presParOf" srcId="{E9DF624A-E2AE-4669-8D4F-5EF5BEA31A7D}" destId="{6C1EF45E-A833-4E96-B5D8-362F4A9AF6DE}" srcOrd="3" destOrd="0" presId="urn:microsoft.com/office/officeart/2005/8/layout/default"/>
    <dgm:cxn modelId="{3B05CE35-775A-4696-9A65-D28BE7D60957}" type="presParOf" srcId="{E9DF624A-E2AE-4669-8D4F-5EF5BEA31A7D}" destId="{C908553E-F613-4829-B421-04649B039866}" srcOrd="4" destOrd="0" presId="urn:microsoft.com/office/officeart/2005/8/layout/default"/>
    <dgm:cxn modelId="{625B3D07-E41F-4F9E-8C81-2D171FF17D07}" type="presParOf" srcId="{E9DF624A-E2AE-4669-8D4F-5EF5BEA31A7D}" destId="{0E05272E-8B37-47E4-8416-63FC8ADD58C4}" srcOrd="5" destOrd="0" presId="urn:microsoft.com/office/officeart/2005/8/layout/default"/>
    <dgm:cxn modelId="{26144954-68F5-4719-9458-6E07180B77A7}" type="presParOf" srcId="{E9DF624A-E2AE-4669-8D4F-5EF5BEA31A7D}" destId="{42A114D5-5689-499A-9CC7-CB861F251C86}" srcOrd="6" destOrd="0" presId="urn:microsoft.com/office/officeart/2005/8/layout/default"/>
    <dgm:cxn modelId="{3CF496BD-6C44-42B0-88F9-6090E8AD3A8F}" type="presParOf" srcId="{E9DF624A-E2AE-4669-8D4F-5EF5BEA31A7D}" destId="{6A97C32B-C6C1-466B-816A-EB7FCFA48B56}" srcOrd="7" destOrd="0" presId="urn:microsoft.com/office/officeart/2005/8/layout/default"/>
    <dgm:cxn modelId="{A4FA7E41-2DB3-46B2-A20C-85CBBF2A38DB}" type="presParOf" srcId="{E9DF624A-E2AE-4669-8D4F-5EF5BEA31A7D}" destId="{69235587-3634-40F0-97B5-FBD04201EF9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D46962-6478-411E-A59C-892136C1E09B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948BA4F-82C2-4AEF-8FE9-8121D7650EE5}">
      <dgm:prSet/>
      <dgm:spPr/>
      <dgm:t>
        <a:bodyPr/>
        <a:lstStyle/>
        <a:p>
          <a:r>
            <a:rPr lang="en-US" dirty="0" err="1">
              <a:latin typeface="Arial Rounded MT Bold)"/>
            </a:rPr>
            <a:t>Valós</a:t>
          </a:r>
          <a:r>
            <a:rPr lang="en-US" dirty="0">
              <a:latin typeface="Arial Rounded MT Bold)"/>
            </a:rPr>
            <a:t> </a:t>
          </a:r>
          <a:r>
            <a:rPr lang="en-US" dirty="0" err="1">
              <a:latin typeface="Arial Rounded MT Bold)"/>
            </a:rPr>
            <a:t>idejű</a:t>
          </a:r>
          <a:r>
            <a:rPr lang="en-US" dirty="0">
              <a:latin typeface="Arial Rounded MT Bold)"/>
            </a:rPr>
            <a:t> </a:t>
          </a:r>
          <a:r>
            <a:rPr lang="en-US" dirty="0" err="1">
              <a:latin typeface="Arial Rounded MT Bold)"/>
            </a:rPr>
            <a:t>rendelésfogadás</a:t>
          </a:r>
          <a:endParaRPr lang="en-US" dirty="0">
            <a:latin typeface="Arial Rounded MT Bold)"/>
          </a:endParaRPr>
        </a:p>
      </dgm:t>
    </dgm:pt>
    <dgm:pt modelId="{BCF8C2FE-0219-477C-82C2-FAE9BE40F23F}" type="parTrans" cxnId="{C13F8E21-6867-404C-AA57-589ABD02B604}">
      <dgm:prSet/>
      <dgm:spPr/>
      <dgm:t>
        <a:bodyPr/>
        <a:lstStyle/>
        <a:p>
          <a:endParaRPr lang="en-US"/>
        </a:p>
      </dgm:t>
    </dgm:pt>
    <dgm:pt modelId="{9FEA0961-29EC-423D-8626-57C8870E3C3A}" type="sibTrans" cxnId="{C13F8E21-6867-404C-AA57-589ABD02B604}">
      <dgm:prSet/>
      <dgm:spPr/>
      <dgm:t>
        <a:bodyPr/>
        <a:lstStyle/>
        <a:p>
          <a:endParaRPr lang="en-US"/>
        </a:p>
      </dgm:t>
    </dgm:pt>
    <dgm:pt modelId="{F36DAE57-245C-48BF-9E27-C3B6528F1299}">
      <dgm:prSet/>
      <dgm:spPr/>
      <dgm:t>
        <a:bodyPr/>
        <a:lstStyle/>
        <a:p>
          <a:r>
            <a:rPr lang="en-US"/>
            <a:t>Rendelések listázása</a:t>
          </a:r>
        </a:p>
      </dgm:t>
    </dgm:pt>
    <dgm:pt modelId="{DC3AFF54-EAAC-4902-88B7-C1560AB115C1}" type="parTrans" cxnId="{51919560-00F2-46D0-A97C-489DE3730586}">
      <dgm:prSet/>
      <dgm:spPr/>
      <dgm:t>
        <a:bodyPr/>
        <a:lstStyle/>
        <a:p>
          <a:endParaRPr lang="en-US"/>
        </a:p>
      </dgm:t>
    </dgm:pt>
    <dgm:pt modelId="{E9E34B5A-79D6-4C94-8B8C-A4E1BE1CCE6C}" type="sibTrans" cxnId="{51919560-00F2-46D0-A97C-489DE3730586}">
      <dgm:prSet/>
      <dgm:spPr/>
      <dgm:t>
        <a:bodyPr/>
        <a:lstStyle/>
        <a:p>
          <a:endParaRPr lang="en-US"/>
        </a:p>
      </dgm:t>
    </dgm:pt>
    <dgm:pt modelId="{8DB6C27E-64A0-4609-9CCA-2D328FC72211}">
      <dgm:prSet/>
      <dgm:spPr/>
      <dgm:t>
        <a:bodyPr/>
        <a:lstStyle/>
        <a:p>
          <a:r>
            <a:rPr lang="en-US"/>
            <a:t>Részletek megtekintése</a:t>
          </a:r>
        </a:p>
      </dgm:t>
    </dgm:pt>
    <dgm:pt modelId="{DDA5D371-DB4A-49AD-9B66-AE6BE896679A}" type="parTrans" cxnId="{72339D1F-5DCC-4DA2-A16D-FA203320BFDA}">
      <dgm:prSet/>
      <dgm:spPr/>
      <dgm:t>
        <a:bodyPr/>
        <a:lstStyle/>
        <a:p>
          <a:endParaRPr lang="en-US"/>
        </a:p>
      </dgm:t>
    </dgm:pt>
    <dgm:pt modelId="{EC08E932-1253-4477-8CD6-4DB604EA0B81}" type="sibTrans" cxnId="{72339D1F-5DCC-4DA2-A16D-FA203320BFDA}">
      <dgm:prSet/>
      <dgm:spPr/>
      <dgm:t>
        <a:bodyPr/>
        <a:lstStyle/>
        <a:p>
          <a:endParaRPr lang="en-US"/>
        </a:p>
      </dgm:t>
    </dgm:pt>
    <dgm:pt modelId="{4929CAAB-7464-42D1-AA4B-EE7DBB248E77}">
      <dgm:prSet/>
      <dgm:spPr/>
      <dgm:t>
        <a:bodyPr/>
        <a:lstStyle/>
        <a:p>
          <a:r>
            <a:rPr lang="en-US"/>
            <a:t>Státusz frissítés</a:t>
          </a:r>
        </a:p>
      </dgm:t>
    </dgm:pt>
    <dgm:pt modelId="{DDE52B0D-D54F-42AE-A0B0-715B4787A9A1}" type="parTrans" cxnId="{4FF36EB9-966D-447B-957C-6FAD1EDD8AE8}">
      <dgm:prSet/>
      <dgm:spPr/>
      <dgm:t>
        <a:bodyPr/>
        <a:lstStyle/>
        <a:p>
          <a:endParaRPr lang="en-US"/>
        </a:p>
      </dgm:t>
    </dgm:pt>
    <dgm:pt modelId="{FC38A0A5-E9F5-478C-825A-3477CB2F270C}" type="sibTrans" cxnId="{4FF36EB9-966D-447B-957C-6FAD1EDD8AE8}">
      <dgm:prSet/>
      <dgm:spPr/>
      <dgm:t>
        <a:bodyPr/>
        <a:lstStyle/>
        <a:p>
          <a:endParaRPr lang="en-US"/>
        </a:p>
      </dgm:t>
    </dgm:pt>
    <dgm:pt modelId="{EE68044A-447D-4F79-98C4-88864D8F0B9A}" type="pres">
      <dgm:prSet presAssocID="{A1D46962-6478-411E-A59C-892136C1E09B}" presName="linear" presStyleCnt="0">
        <dgm:presLayoutVars>
          <dgm:animLvl val="lvl"/>
          <dgm:resizeHandles val="exact"/>
        </dgm:presLayoutVars>
      </dgm:prSet>
      <dgm:spPr/>
    </dgm:pt>
    <dgm:pt modelId="{E7FA8554-0589-4894-9D29-15B2D5BAA8F7}" type="pres">
      <dgm:prSet presAssocID="{F948BA4F-82C2-4AEF-8FE9-8121D7650E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3032097-AD96-4942-8A16-FAA59AE4845A}" type="pres">
      <dgm:prSet presAssocID="{9FEA0961-29EC-423D-8626-57C8870E3C3A}" presName="spacer" presStyleCnt="0"/>
      <dgm:spPr/>
    </dgm:pt>
    <dgm:pt modelId="{82C09204-A6F2-4ED9-92B5-F22B733275B9}" type="pres">
      <dgm:prSet presAssocID="{F36DAE57-245C-48BF-9E27-C3B6528F12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457A4D-E123-46CE-8665-BE36D7621753}" type="pres">
      <dgm:prSet presAssocID="{E9E34B5A-79D6-4C94-8B8C-A4E1BE1CCE6C}" presName="spacer" presStyleCnt="0"/>
      <dgm:spPr/>
    </dgm:pt>
    <dgm:pt modelId="{C9B5C1FA-FD5D-44B1-8B08-1373AAC3B5E8}" type="pres">
      <dgm:prSet presAssocID="{8DB6C27E-64A0-4609-9CCA-2D328FC7221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4D4F805-897F-4069-8BE7-D9DE8C630D6C}" type="pres">
      <dgm:prSet presAssocID="{EC08E932-1253-4477-8CD6-4DB604EA0B81}" presName="spacer" presStyleCnt="0"/>
      <dgm:spPr/>
    </dgm:pt>
    <dgm:pt modelId="{10A87F9E-B90A-4844-86E9-52EB85C61669}" type="pres">
      <dgm:prSet presAssocID="{4929CAAB-7464-42D1-AA4B-EE7DBB248E7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346E90E-E6C3-4028-8457-6770E1BDFA44}" type="presOf" srcId="{A1D46962-6478-411E-A59C-892136C1E09B}" destId="{EE68044A-447D-4F79-98C4-88864D8F0B9A}" srcOrd="0" destOrd="0" presId="urn:microsoft.com/office/officeart/2005/8/layout/vList2"/>
    <dgm:cxn modelId="{72339D1F-5DCC-4DA2-A16D-FA203320BFDA}" srcId="{A1D46962-6478-411E-A59C-892136C1E09B}" destId="{8DB6C27E-64A0-4609-9CCA-2D328FC72211}" srcOrd="2" destOrd="0" parTransId="{DDA5D371-DB4A-49AD-9B66-AE6BE896679A}" sibTransId="{EC08E932-1253-4477-8CD6-4DB604EA0B81}"/>
    <dgm:cxn modelId="{C13F8E21-6867-404C-AA57-589ABD02B604}" srcId="{A1D46962-6478-411E-A59C-892136C1E09B}" destId="{F948BA4F-82C2-4AEF-8FE9-8121D7650EE5}" srcOrd="0" destOrd="0" parTransId="{BCF8C2FE-0219-477C-82C2-FAE9BE40F23F}" sibTransId="{9FEA0961-29EC-423D-8626-57C8870E3C3A}"/>
    <dgm:cxn modelId="{3722B92A-1F89-4685-9261-84BC56939CCF}" type="presOf" srcId="{8DB6C27E-64A0-4609-9CCA-2D328FC72211}" destId="{C9B5C1FA-FD5D-44B1-8B08-1373AAC3B5E8}" srcOrd="0" destOrd="0" presId="urn:microsoft.com/office/officeart/2005/8/layout/vList2"/>
    <dgm:cxn modelId="{9B9FD05E-87AF-4F1F-A2F1-8FE7AE2C37FF}" type="presOf" srcId="{F948BA4F-82C2-4AEF-8FE9-8121D7650EE5}" destId="{E7FA8554-0589-4894-9D29-15B2D5BAA8F7}" srcOrd="0" destOrd="0" presId="urn:microsoft.com/office/officeart/2005/8/layout/vList2"/>
    <dgm:cxn modelId="{51919560-00F2-46D0-A97C-489DE3730586}" srcId="{A1D46962-6478-411E-A59C-892136C1E09B}" destId="{F36DAE57-245C-48BF-9E27-C3B6528F1299}" srcOrd="1" destOrd="0" parTransId="{DC3AFF54-EAAC-4902-88B7-C1560AB115C1}" sibTransId="{E9E34B5A-79D6-4C94-8B8C-A4E1BE1CCE6C}"/>
    <dgm:cxn modelId="{CE98A949-B549-45D4-813D-034F80CC8FBF}" type="presOf" srcId="{F36DAE57-245C-48BF-9E27-C3B6528F1299}" destId="{82C09204-A6F2-4ED9-92B5-F22B733275B9}" srcOrd="0" destOrd="0" presId="urn:microsoft.com/office/officeart/2005/8/layout/vList2"/>
    <dgm:cxn modelId="{2B617882-DD17-4409-BC1C-E9CACE55A5B0}" type="presOf" srcId="{4929CAAB-7464-42D1-AA4B-EE7DBB248E77}" destId="{10A87F9E-B90A-4844-86E9-52EB85C61669}" srcOrd="0" destOrd="0" presId="urn:microsoft.com/office/officeart/2005/8/layout/vList2"/>
    <dgm:cxn modelId="{4FF36EB9-966D-447B-957C-6FAD1EDD8AE8}" srcId="{A1D46962-6478-411E-A59C-892136C1E09B}" destId="{4929CAAB-7464-42D1-AA4B-EE7DBB248E77}" srcOrd="3" destOrd="0" parTransId="{DDE52B0D-D54F-42AE-A0B0-715B4787A9A1}" sibTransId="{FC38A0A5-E9F5-478C-825A-3477CB2F270C}"/>
    <dgm:cxn modelId="{F495FC18-9080-4DFF-9246-CCD6C8E8895D}" type="presParOf" srcId="{EE68044A-447D-4F79-98C4-88864D8F0B9A}" destId="{E7FA8554-0589-4894-9D29-15B2D5BAA8F7}" srcOrd="0" destOrd="0" presId="urn:microsoft.com/office/officeart/2005/8/layout/vList2"/>
    <dgm:cxn modelId="{ED126917-5253-4BB3-8EDE-CD827BD040E8}" type="presParOf" srcId="{EE68044A-447D-4F79-98C4-88864D8F0B9A}" destId="{E3032097-AD96-4942-8A16-FAA59AE4845A}" srcOrd="1" destOrd="0" presId="urn:microsoft.com/office/officeart/2005/8/layout/vList2"/>
    <dgm:cxn modelId="{3FBFE12B-5631-4956-A253-00D28C602D83}" type="presParOf" srcId="{EE68044A-447D-4F79-98C4-88864D8F0B9A}" destId="{82C09204-A6F2-4ED9-92B5-F22B733275B9}" srcOrd="2" destOrd="0" presId="urn:microsoft.com/office/officeart/2005/8/layout/vList2"/>
    <dgm:cxn modelId="{7815EDF3-A529-43F0-8C8B-8B44B1507B76}" type="presParOf" srcId="{EE68044A-447D-4F79-98C4-88864D8F0B9A}" destId="{E8457A4D-E123-46CE-8665-BE36D7621753}" srcOrd="3" destOrd="0" presId="urn:microsoft.com/office/officeart/2005/8/layout/vList2"/>
    <dgm:cxn modelId="{0B42A2A5-9D52-4872-B038-BA7212A00847}" type="presParOf" srcId="{EE68044A-447D-4F79-98C4-88864D8F0B9A}" destId="{C9B5C1FA-FD5D-44B1-8B08-1373AAC3B5E8}" srcOrd="4" destOrd="0" presId="urn:microsoft.com/office/officeart/2005/8/layout/vList2"/>
    <dgm:cxn modelId="{43203B27-4DEF-449A-A634-9C97D14A6F6A}" type="presParOf" srcId="{EE68044A-447D-4F79-98C4-88864D8F0B9A}" destId="{D4D4F805-897F-4069-8BE7-D9DE8C630D6C}" srcOrd="5" destOrd="0" presId="urn:microsoft.com/office/officeart/2005/8/layout/vList2"/>
    <dgm:cxn modelId="{2632FB56-009D-42EA-97C2-E33DB2553DB1}" type="presParOf" srcId="{EE68044A-447D-4F79-98C4-88864D8F0B9A}" destId="{10A87F9E-B90A-4844-86E9-52EB85C6166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03E5C-B838-4F6D-A7E2-E903FF9E6473}">
      <dsp:nvSpPr>
        <dsp:cNvPr id="0" name=""/>
        <dsp:cNvSpPr/>
      </dsp:nvSpPr>
      <dsp:spPr>
        <a:xfrm>
          <a:off x="60995" y="1999"/>
          <a:ext cx="2741200" cy="16447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latin typeface="Arial Rounded MT Bold)"/>
            </a:rPr>
            <a:t>Főoldal</a:t>
          </a:r>
          <a:endParaRPr lang="en-US" sz="2900" kern="1200" dirty="0">
            <a:latin typeface="Arial Rounded MT Bold)"/>
          </a:endParaRPr>
        </a:p>
      </dsp:txBody>
      <dsp:txXfrm>
        <a:off x="60995" y="1999"/>
        <a:ext cx="2741200" cy="1644720"/>
      </dsp:txXfrm>
    </dsp:sp>
    <dsp:sp modelId="{CFACF880-D402-4C86-AC55-C6073132F917}">
      <dsp:nvSpPr>
        <dsp:cNvPr id="0" name=""/>
        <dsp:cNvSpPr/>
      </dsp:nvSpPr>
      <dsp:spPr>
        <a:xfrm>
          <a:off x="3076316" y="1999"/>
          <a:ext cx="2741200" cy="16447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rial Rounded MT Bold)"/>
            </a:rPr>
            <a:t>Menü listázása (pizzák, árak, képek)</a:t>
          </a:r>
        </a:p>
      </dsp:txBody>
      <dsp:txXfrm>
        <a:off x="3076316" y="1999"/>
        <a:ext cx="2741200" cy="1644720"/>
      </dsp:txXfrm>
    </dsp:sp>
    <dsp:sp modelId="{C908553E-F613-4829-B421-04649B039866}">
      <dsp:nvSpPr>
        <dsp:cNvPr id="0" name=""/>
        <dsp:cNvSpPr/>
      </dsp:nvSpPr>
      <dsp:spPr>
        <a:xfrm>
          <a:off x="60995" y="1920839"/>
          <a:ext cx="2741200" cy="16447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rial Rounded MT Bold)"/>
            </a:rPr>
            <a:t>Kosár működése</a:t>
          </a:r>
        </a:p>
      </dsp:txBody>
      <dsp:txXfrm>
        <a:off x="60995" y="1920839"/>
        <a:ext cx="2741200" cy="1644720"/>
      </dsp:txXfrm>
    </dsp:sp>
    <dsp:sp modelId="{42A114D5-5689-499A-9CC7-CB861F251C86}">
      <dsp:nvSpPr>
        <dsp:cNvPr id="0" name=""/>
        <dsp:cNvSpPr/>
      </dsp:nvSpPr>
      <dsp:spPr>
        <a:xfrm>
          <a:off x="3076316" y="1920839"/>
          <a:ext cx="2741200" cy="16447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rial Rounded MT Bold)"/>
            </a:rPr>
            <a:t>Rendelés leadása</a:t>
          </a:r>
        </a:p>
      </dsp:txBody>
      <dsp:txXfrm>
        <a:off x="3076316" y="1920839"/>
        <a:ext cx="2741200" cy="1644720"/>
      </dsp:txXfrm>
    </dsp:sp>
    <dsp:sp modelId="{69235587-3634-40F0-97B5-FBD04201EF93}">
      <dsp:nvSpPr>
        <dsp:cNvPr id="0" name=""/>
        <dsp:cNvSpPr/>
      </dsp:nvSpPr>
      <dsp:spPr>
        <a:xfrm>
          <a:off x="1568655" y="3839680"/>
          <a:ext cx="2741200" cy="16447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rial Rounded MT Bold)"/>
            </a:rPr>
            <a:t>Visszaigazolás</a:t>
          </a:r>
        </a:p>
      </dsp:txBody>
      <dsp:txXfrm>
        <a:off x="1568655" y="3839680"/>
        <a:ext cx="2741200" cy="16447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FA8554-0589-4894-9D29-15B2D5BAA8F7}">
      <dsp:nvSpPr>
        <dsp:cNvPr id="0" name=""/>
        <dsp:cNvSpPr/>
      </dsp:nvSpPr>
      <dsp:spPr>
        <a:xfrm>
          <a:off x="0" y="955394"/>
          <a:ext cx="5878512" cy="8204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>
              <a:latin typeface="Arial Rounded MT Bold)"/>
            </a:rPr>
            <a:t>Valós</a:t>
          </a:r>
          <a:r>
            <a:rPr lang="en-US" sz="3400" kern="1200" dirty="0">
              <a:latin typeface="Arial Rounded MT Bold)"/>
            </a:rPr>
            <a:t> </a:t>
          </a:r>
          <a:r>
            <a:rPr lang="en-US" sz="3400" kern="1200" dirty="0" err="1">
              <a:latin typeface="Arial Rounded MT Bold)"/>
            </a:rPr>
            <a:t>idejű</a:t>
          </a:r>
          <a:r>
            <a:rPr lang="en-US" sz="3400" kern="1200" dirty="0">
              <a:latin typeface="Arial Rounded MT Bold)"/>
            </a:rPr>
            <a:t> </a:t>
          </a:r>
          <a:r>
            <a:rPr lang="en-US" sz="3400" kern="1200" dirty="0" err="1">
              <a:latin typeface="Arial Rounded MT Bold)"/>
            </a:rPr>
            <a:t>rendelésfogadás</a:t>
          </a:r>
          <a:endParaRPr lang="en-US" sz="3400" kern="1200" dirty="0">
            <a:latin typeface="Arial Rounded MT Bold)"/>
          </a:endParaRPr>
        </a:p>
      </dsp:txBody>
      <dsp:txXfrm>
        <a:off x="40052" y="995446"/>
        <a:ext cx="5798408" cy="740358"/>
      </dsp:txXfrm>
    </dsp:sp>
    <dsp:sp modelId="{82C09204-A6F2-4ED9-92B5-F22B733275B9}">
      <dsp:nvSpPr>
        <dsp:cNvPr id="0" name=""/>
        <dsp:cNvSpPr/>
      </dsp:nvSpPr>
      <dsp:spPr>
        <a:xfrm>
          <a:off x="0" y="1873777"/>
          <a:ext cx="5878512" cy="82046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Rendelések listázása</a:t>
          </a:r>
        </a:p>
      </dsp:txBody>
      <dsp:txXfrm>
        <a:off x="40052" y="1913829"/>
        <a:ext cx="5798408" cy="740358"/>
      </dsp:txXfrm>
    </dsp:sp>
    <dsp:sp modelId="{C9B5C1FA-FD5D-44B1-8B08-1373AAC3B5E8}">
      <dsp:nvSpPr>
        <dsp:cNvPr id="0" name=""/>
        <dsp:cNvSpPr/>
      </dsp:nvSpPr>
      <dsp:spPr>
        <a:xfrm>
          <a:off x="0" y="2792160"/>
          <a:ext cx="5878512" cy="82046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Részletek megtekintése</a:t>
          </a:r>
        </a:p>
      </dsp:txBody>
      <dsp:txXfrm>
        <a:off x="40052" y="2832212"/>
        <a:ext cx="5798408" cy="740358"/>
      </dsp:txXfrm>
    </dsp:sp>
    <dsp:sp modelId="{10A87F9E-B90A-4844-86E9-52EB85C61669}">
      <dsp:nvSpPr>
        <dsp:cNvPr id="0" name=""/>
        <dsp:cNvSpPr/>
      </dsp:nvSpPr>
      <dsp:spPr>
        <a:xfrm>
          <a:off x="0" y="3710542"/>
          <a:ext cx="5878512" cy="82046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Státusz frissítés</a:t>
          </a:r>
        </a:p>
      </dsp:txBody>
      <dsp:txXfrm>
        <a:off x="40052" y="3750594"/>
        <a:ext cx="5798408" cy="740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4000" b="1">
                <a:solidFill>
                  <a:srgbClr val="FFFFFF"/>
                </a:solidFill>
              </a:defRPr>
            </a:pP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PizzaAréna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hu-HU" sz="4000">
                <a:solidFill>
                  <a:schemeClr val="bg1"/>
                </a:solidFill>
                <a:latin typeface="Arial Rounded MT Bold" panose="020F0704030504030204" pitchFamily="34" charset="0"/>
              </a:rPr>
              <a:t>Projekt áttekintése / célja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7329" y="1130846"/>
            <a:ext cx="6476926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hu-HU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Online pizza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rendelési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platform</a:t>
            </a:r>
            <a:endParaRPr lang="hu-HU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React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oldalon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lehet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rendelni</a:t>
            </a: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WPF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alkalmazásban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kezelik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a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rendeléseket</a:t>
            </a: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Cél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a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teljes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folyamat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digitalizálása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hu-HU" sz="4000">
                <a:solidFill>
                  <a:schemeClr val="bg1"/>
                </a:solidFill>
                <a:latin typeface="Arial Rounded MT Bold" panose="020F0704030504030204" pitchFamily="34" charset="0"/>
              </a:rPr>
              <a:t>Technológiai stack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3212" y="575360"/>
            <a:ext cx="4974771" cy="539458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endParaRPr lang="hu-HU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Frontend: React</a:t>
            </a:r>
            <a:endParaRPr lang="hu-HU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Desktop: WPF (C#)</a:t>
            </a:r>
            <a:endParaRPr lang="hu-HU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Backend / API (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opcionális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ASP.NET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vagy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más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)</a:t>
            </a:r>
            <a:endParaRPr lang="hu-HU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Adatbázis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SQL / NoSQL</a:t>
            </a:r>
            <a:endParaRPr lang="hu-HU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FFECB3"/>
                </a:solidFill>
              </a:defRPr>
            </a:pPr>
            <a:r>
              <a:rPr lang="hu-HU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Kommunikáció</a:t>
            </a:r>
            <a:r>
              <a:rPr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REST API / WebSocket</a:t>
            </a:r>
            <a:endParaRPr lang="hu-HU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 15">
            <a:extLst>
              <a:ext uri="{FF2B5EF4-FFF2-40B4-BE49-F238E27FC236}">
                <a16:creationId xmlns:a16="http://schemas.microsoft.com/office/drawing/2014/main" id="{880EA404-482F-F902-C9F3-5973CD5CD3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>
                <a:latin typeface="Arial Rounded MT Bold" panose="020F0704030504030204" pitchFamily="34" charset="0"/>
              </a:rPr>
              <a:t>Rendszer</a:t>
            </a:r>
            <a:r>
              <a:rPr dirty="0">
                <a:latin typeface="Arial Rounded MT Bold" panose="020F0704030504030204" pitchFamily="34" charset="0"/>
              </a:rPr>
              <a:t> </a:t>
            </a:r>
            <a:r>
              <a:rPr dirty="0" err="1">
                <a:latin typeface="Arial Rounded MT Bold" panose="020F0704030504030204" pitchFamily="34" charset="0"/>
              </a:rPr>
              <a:t>felépítése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51" y="4320380"/>
            <a:ext cx="10972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sz="35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  <a:defRPr sz="2400">
                <a:solidFill>
                  <a:srgbClr val="FFECB3"/>
                </a:solidFill>
              </a:defRPr>
            </a:pPr>
            <a:r>
              <a:rPr sz="35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Valós</a:t>
            </a:r>
            <a:r>
              <a:rPr sz="35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sz="35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idejű</a:t>
            </a:r>
            <a:r>
              <a:rPr sz="35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sz="35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rendelés</a:t>
            </a:r>
            <a:r>
              <a:rPr sz="35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sz="35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megjelenítés</a:t>
            </a:r>
            <a:endParaRPr sz="35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  <a:defRPr sz="2400">
                <a:solidFill>
                  <a:srgbClr val="FFECB3"/>
                </a:solidFill>
              </a:defRPr>
            </a:pPr>
            <a:r>
              <a:rPr sz="35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Adatok</a:t>
            </a:r>
            <a:r>
              <a:rPr sz="35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sz="35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szinkronban</a:t>
            </a:r>
            <a:r>
              <a:rPr sz="35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sz="35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tartása</a:t>
            </a:r>
            <a:r>
              <a:rPr sz="35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API-n </a:t>
            </a:r>
            <a:r>
              <a:rPr sz="35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keresztül</a:t>
            </a:r>
            <a:endParaRPr sz="35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Nyíl: sávnyíl 4">
            <a:extLst>
              <a:ext uri="{FF2B5EF4-FFF2-40B4-BE49-F238E27FC236}">
                <a16:creationId xmlns:a16="http://schemas.microsoft.com/office/drawing/2014/main" id="{EEF534F3-5D2E-E519-A555-3A62AC9F7D87}"/>
              </a:ext>
            </a:extLst>
          </p:cNvPr>
          <p:cNvSpPr/>
          <p:nvPr/>
        </p:nvSpPr>
        <p:spPr>
          <a:xfrm>
            <a:off x="3567752" y="2395182"/>
            <a:ext cx="1221474" cy="1610436"/>
          </a:xfrm>
          <a:prstGeom prst="chevron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6" name="Nyíl: sávnyíl 5">
            <a:extLst>
              <a:ext uri="{FF2B5EF4-FFF2-40B4-BE49-F238E27FC236}">
                <a16:creationId xmlns:a16="http://schemas.microsoft.com/office/drawing/2014/main" id="{77D2D386-4934-CE8E-97D0-92D425928ED2}"/>
              </a:ext>
            </a:extLst>
          </p:cNvPr>
          <p:cNvSpPr/>
          <p:nvPr/>
        </p:nvSpPr>
        <p:spPr>
          <a:xfrm>
            <a:off x="7279007" y="2402511"/>
            <a:ext cx="1221474" cy="1610436"/>
          </a:xfrm>
          <a:prstGeom prst="chevron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1E1B2FD5-41C2-9E12-B682-EA4E7D681E96}"/>
              </a:ext>
            </a:extLst>
          </p:cNvPr>
          <p:cNvSpPr/>
          <p:nvPr/>
        </p:nvSpPr>
        <p:spPr>
          <a:xfrm>
            <a:off x="1337481" y="2238233"/>
            <a:ext cx="2026692" cy="193899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E7FEB8C1-F2A3-9EBA-1701-E987802D0B9A}"/>
              </a:ext>
            </a:extLst>
          </p:cNvPr>
          <p:cNvSpPr/>
          <p:nvPr/>
        </p:nvSpPr>
        <p:spPr>
          <a:xfrm>
            <a:off x="4992805" y="2238233"/>
            <a:ext cx="2026692" cy="193899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81244879-CC44-3145-31F9-026739B5ABE8}"/>
              </a:ext>
            </a:extLst>
          </p:cNvPr>
          <p:cNvSpPr/>
          <p:nvPr/>
        </p:nvSpPr>
        <p:spPr>
          <a:xfrm>
            <a:off x="8759991" y="2250149"/>
            <a:ext cx="2026692" cy="193899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43BC2DF-3596-2BCB-BA34-5E0D184AA859}"/>
              </a:ext>
            </a:extLst>
          </p:cNvPr>
          <p:cNvSpPr txBox="1"/>
          <p:nvPr/>
        </p:nvSpPr>
        <p:spPr>
          <a:xfrm>
            <a:off x="1655416" y="2823008"/>
            <a:ext cx="18385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latin typeface="Arial Rounded MT Bold" panose="020F0704030504030204" pitchFamily="34" charset="0"/>
              </a:rPr>
              <a:t>Web</a:t>
            </a:r>
            <a:endParaRPr lang="hu-HU" sz="4400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4FDAC486-1C7B-CE6E-BF85-7223D9DE9BF8}"/>
              </a:ext>
            </a:extLst>
          </p:cNvPr>
          <p:cNvSpPr txBox="1"/>
          <p:nvPr/>
        </p:nvSpPr>
        <p:spPr>
          <a:xfrm>
            <a:off x="4992805" y="2884929"/>
            <a:ext cx="609713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500" dirty="0">
                <a:latin typeface="Arial Rounded MT Bold" panose="020F0704030504030204" pitchFamily="34" charset="0"/>
              </a:rPr>
              <a:t>Backend</a:t>
            </a:r>
            <a:endParaRPr lang="hu-HU" sz="3500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CA534C65-8A94-7DA1-0BCA-1A575B04B8AC}"/>
              </a:ext>
            </a:extLst>
          </p:cNvPr>
          <p:cNvSpPr txBox="1"/>
          <p:nvPr/>
        </p:nvSpPr>
        <p:spPr>
          <a:xfrm>
            <a:off x="9143432" y="2827230"/>
            <a:ext cx="60971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500" dirty="0">
                <a:latin typeface="Arial Rounded MT Bold" panose="020F0704030504030204" pitchFamily="34" charset="0"/>
              </a:rPr>
              <a:t>WPF</a:t>
            </a:r>
            <a:endParaRPr lang="hu-HU" sz="4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292" y="1450655"/>
            <a:ext cx="3932030" cy="3956690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hu-HU" sz="7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React</a:t>
            </a:r>
            <a:r>
              <a:rPr lang="hu-HU" sz="7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oldal funkciói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94A3DB-FB31-15C5-90A7-AE3BCF4F4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604699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292" y="1450655"/>
            <a:ext cx="3932030" cy="39566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4000" b="1">
                <a:solidFill>
                  <a:srgbClr val="FFFFFF"/>
                </a:solidFill>
              </a:defRPr>
            </a:pPr>
            <a:r>
              <a:rPr lang="hu-HU" sz="6200">
                <a:solidFill>
                  <a:schemeClr val="bg1"/>
                </a:solidFill>
              </a:rPr>
              <a:t>WPF alkalmazás funkciói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1E12DA-3F0A-C498-61F6-19258C335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653900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140" y="1450655"/>
            <a:ext cx="3932031" cy="3956690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hu-HU" sz="6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Adatbázis modell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endParaRPr lang="hu-HU" sz="4000" dirty="0">
              <a:solidFill>
                <a:schemeClr val="bg1"/>
              </a:solidFill>
              <a:latin typeface="Arial Rounded MT Bold)"/>
            </a:endParaRPr>
          </a:p>
          <a:p>
            <a:pPr>
              <a:defRPr sz="2400">
                <a:solidFill>
                  <a:srgbClr val="FFECB3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)"/>
              </a:rPr>
              <a:t>Felhasználók</a:t>
            </a:r>
          </a:p>
          <a:p>
            <a:pPr>
              <a:defRPr sz="2400">
                <a:solidFill>
                  <a:srgbClr val="FFECB3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)"/>
              </a:rPr>
              <a:t>Pizzák</a:t>
            </a:r>
          </a:p>
          <a:p>
            <a:pPr>
              <a:defRPr sz="2400">
                <a:solidFill>
                  <a:srgbClr val="FFECB3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)"/>
              </a:rPr>
              <a:t>Rendelések</a:t>
            </a:r>
          </a:p>
          <a:p>
            <a:pPr>
              <a:defRPr sz="2400">
                <a:solidFill>
                  <a:srgbClr val="FFECB3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)"/>
              </a:rPr>
              <a:t>Rendelési tételek</a:t>
            </a:r>
          </a:p>
          <a:p>
            <a:pPr>
              <a:defRPr sz="2400">
                <a:solidFill>
                  <a:srgbClr val="FFECB3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)"/>
              </a:rPr>
              <a:t>Státusz mezők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Rendelési folyamat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sz="3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 </a:t>
            </a:r>
            <a:r>
              <a:rPr lang="hu-HU" sz="3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React</a:t>
            </a: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oldalon rendelés</a:t>
            </a: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2. API feldolgozza</a:t>
            </a: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3. Adatbázisba kerül</a:t>
            </a: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4. WPF-ben megjelenik</a:t>
            </a: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5. Dolgozó kezeli</a:t>
            </a: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6. Státusz frissül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923293"/>
            <a:ext cx="4030132" cy="464172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Fejlesztési folyamat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1116" y="1130846"/>
            <a:ext cx="6318914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hu-HU" sz="3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Csapatmunkában fejlesztve</a:t>
            </a:r>
          </a:p>
          <a:p>
            <a:pPr>
              <a:buFont typeface="Arial" panose="020B0604020202020204" pitchFamily="34" charset="0"/>
              <a:buChar char="•"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Idővonal és feladatmegosztás</a:t>
            </a:r>
          </a:p>
          <a:p>
            <a:pPr>
              <a:buFont typeface="Arial" panose="020B0604020202020204" pitchFamily="34" charset="0"/>
              <a:buChar char="•"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Nehézségek: API, UI, szinkronizáció</a:t>
            </a:r>
          </a:p>
          <a:p>
            <a:pPr>
              <a:buFont typeface="Arial" panose="020B0604020202020204" pitchFamily="34" charset="0"/>
              <a:buChar char="•"/>
              <a:defRPr sz="2400">
                <a:solidFill>
                  <a:srgbClr val="FFECB3"/>
                </a:solidFill>
              </a:defRPr>
            </a:pP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Megoldások: komponens alapú </a:t>
            </a:r>
            <a:r>
              <a:rPr lang="hu-HU" sz="3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React</a:t>
            </a:r>
            <a:r>
              <a:rPr lang="hu-HU" sz="3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MVVM WPF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923293"/>
            <a:ext cx="4030132" cy="464172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hu-HU" sz="5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További fejlesztések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hu-HU" sz="4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Mobil app</a:t>
            </a: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Online fizetés</a:t>
            </a: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4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Admin</a:t>
            </a:r>
            <a:r>
              <a:rPr lang="hu-HU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felület bővítése</a:t>
            </a:r>
          </a:p>
          <a:p>
            <a:pPr marL="0" indent="0">
              <a:buNone/>
              <a:defRPr sz="2400">
                <a:solidFill>
                  <a:srgbClr val="FFECB3"/>
                </a:solidFill>
              </a:defRPr>
            </a:pPr>
            <a:r>
              <a:rPr lang="hu-HU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Automatikus értesítések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170</Words>
  <Application>Microsoft Office PowerPoint</Application>
  <PresentationFormat>Szélesvásznú</PresentationFormat>
  <Paragraphs>59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Arial Rounded MT Bold)</vt:lpstr>
      <vt:lpstr>Calibri</vt:lpstr>
      <vt:lpstr>Office Theme</vt:lpstr>
      <vt:lpstr>PizzaAréna</vt:lpstr>
      <vt:lpstr>Projekt áttekintése / célja</vt:lpstr>
      <vt:lpstr>Technológiai stack</vt:lpstr>
      <vt:lpstr>Rendszer felépítése</vt:lpstr>
      <vt:lpstr>React oldal funkciói</vt:lpstr>
      <vt:lpstr>WPF alkalmazás funkciói</vt:lpstr>
      <vt:lpstr>Adatbázis modell</vt:lpstr>
      <vt:lpstr>Rendelési folyamat</vt:lpstr>
      <vt:lpstr>Fejlesztési folyamat</vt:lpstr>
      <vt:lpstr>További fejlesztések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homonnair@kkszki.hu</cp:lastModifiedBy>
  <cp:revision>2</cp:revision>
  <dcterms:created xsi:type="dcterms:W3CDTF">2013-01-27T09:14:16Z</dcterms:created>
  <dcterms:modified xsi:type="dcterms:W3CDTF">2025-12-01T17:44:48Z</dcterms:modified>
  <cp:category/>
</cp:coreProperties>
</file>